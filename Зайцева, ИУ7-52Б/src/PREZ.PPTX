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A07D0-C713-4707-B7B7-05ADC177FCCD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4E148-E371-465A-ABF5-79AB384C5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4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4E148-E371-465A-ABF5-79AB384C559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3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8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1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9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721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14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6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3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26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43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6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5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381827"/>
            <a:ext cx="9144000" cy="2387600"/>
          </a:xfrm>
        </p:spPr>
        <p:txBody>
          <a:bodyPr/>
          <a:lstStyle/>
          <a:p>
            <a:r>
              <a:rPr lang="ru-RU" b="1" dirty="0" smtClean="0"/>
              <a:t>Упрощение текстов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4229539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Студент: Зайцева А. А., ИУ7-52Б</a:t>
            </a:r>
          </a:p>
          <a:p>
            <a:pPr algn="r"/>
            <a:r>
              <a:rPr lang="ru-RU" dirty="0" smtClean="0"/>
              <a:t>Руководитель: </a:t>
            </a:r>
            <a:r>
              <a:rPr lang="ru-RU" dirty="0" err="1" smtClean="0"/>
              <a:t>Кивва</a:t>
            </a:r>
            <a:r>
              <a:rPr lang="ru-RU" dirty="0" smtClean="0"/>
              <a:t> </a:t>
            </a:r>
            <a:r>
              <a:rPr lang="ru-RU" dirty="0"/>
              <a:t>К</a:t>
            </a:r>
            <a:r>
              <a:rPr lang="ru-RU" dirty="0" smtClean="0"/>
              <a:t>. </a:t>
            </a:r>
            <a:r>
              <a:rPr lang="ru-RU" dirty="0"/>
              <a:t>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151586" y="5948855"/>
            <a:ext cx="3888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Москва, 2021 г.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349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Цели и задачи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6040"/>
            <a:ext cx="10515600" cy="47822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Цель: выбрать метод, </a:t>
            </a:r>
            <a:r>
              <a:rPr lang="ru-RU" sz="2400" dirty="0"/>
              <a:t>который наиболее полно решает задачу упрощения </a:t>
            </a:r>
            <a:r>
              <a:rPr lang="ru-RU" sz="2400" dirty="0" smtClean="0"/>
              <a:t>текстов.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Задачи: 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предметной области;</a:t>
            </a:r>
          </a:p>
          <a:p>
            <a:r>
              <a:rPr lang="ru-RU" sz="2400" dirty="0" smtClean="0"/>
              <a:t>рассмотреть </a:t>
            </a:r>
            <a:r>
              <a:rPr lang="ru-RU" sz="2400" dirty="0"/>
              <a:t>существующие метрики оценки качества упрощения;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существующих решений задачи упрощения текстов;</a:t>
            </a:r>
          </a:p>
          <a:p>
            <a:r>
              <a:rPr lang="ru-RU" sz="2400" dirty="0" smtClean="0"/>
              <a:t>сформулировать </a:t>
            </a:r>
            <a:r>
              <a:rPr lang="ru-RU" sz="2400" dirty="0"/>
              <a:t>критерии выбора решения;</a:t>
            </a:r>
          </a:p>
          <a:p>
            <a:r>
              <a:rPr lang="ru-RU" sz="2400" dirty="0" smtClean="0"/>
              <a:t>на </a:t>
            </a:r>
            <a:r>
              <a:rPr lang="ru-RU" sz="2400" dirty="0"/>
              <a:t>основе этих </a:t>
            </a:r>
            <a:r>
              <a:rPr lang="ru-RU" sz="2400" dirty="0" smtClean="0"/>
              <a:t>критериев </a:t>
            </a:r>
            <a:r>
              <a:rPr lang="ru-RU" sz="2400" dirty="0"/>
              <a:t>провести классификацию решений;</a:t>
            </a:r>
          </a:p>
          <a:p>
            <a:r>
              <a:rPr lang="ru-RU" sz="2400" dirty="0" smtClean="0"/>
              <a:t>определить</a:t>
            </a:r>
            <a:r>
              <a:rPr lang="ru-RU" sz="2400" dirty="0"/>
              <a:t>, какой метод или методы являются лучшими по совокупности критериев.</a:t>
            </a:r>
          </a:p>
        </p:txBody>
      </p:sp>
    </p:spTree>
    <p:extLst>
      <p:ext uri="{BB962C8B-B14F-4D97-AF65-F5344CB8AC3E}">
        <p14:creationId xmlns:p14="http://schemas.microsoft.com/office/powerpoint/2010/main" val="177699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Термины предметной области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806189" cy="4351338"/>
          </a:xfrm>
        </p:spPr>
        <p:txBody>
          <a:bodyPr/>
          <a:lstStyle/>
          <a:p>
            <a:r>
              <a:rPr lang="ru-RU" sz="2400" u="sng" dirty="0" smtClean="0"/>
              <a:t>Упрощение предложений</a:t>
            </a:r>
            <a:r>
              <a:rPr lang="ru-RU" sz="2400" dirty="0"/>
              <a:t> — </a:t>
            </a:r>
            <a:r>
              <a:rPr lang="ru-RU" sz="2400" dirty="0" smtClean="0"/>
              <a:t>процесс</a:t>
            </a:r>
            <a:r>
              <a:rPr lang="ru-RU" sz="2400" dirty="0"/>
              <a:t>, целью которого является получение более легкого для чтения и понимания текста за счет уменьшения его лексической и структурной сложности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r>
              <a:rPr lang="ru-RU" sz="2200" u="sng" dirty="0" smtClean="0"/>
              <a:t>Лексическая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используемых в нем слов (их длина или частотность </a:t>
            </a:r>
            <a:r>
              <a:rPr lang="ru-RU" sz="2200" dirty="0" smtClean="0"/>
              <a:t>употребления).</a:t>
            </a:r>
          </a:p>
          <a:p>
            <a:pPr lvl="1"/>
            <a:r>
              <a:rPr lang="ru-RU" sz="2200" u="sng" dirty="0" smtClean="0"/>
              <a:t>Структурная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сложности грамматики его предложений (количество простых предложений в составе сложного, наличие сравнительных, причастных и деепричастных оборотов и </a:t>
            </a:r>
            <a:r>
              <a:rPr lang="ru-RU" sz="2200" dirty="0" smtClean="0"/>
              <a:t>т</a:t>
            </a:r>
            <a:r>
              <a:rPr lang="ru-RU" sz="2200" dirty="0"/>
              <a:t>. д</a:t>
            </a:r>
            <a:r>
              <a:rPr lang="ru-RU" sz="2200" dirty="0" smtClean="0"/>
              <a:t>.).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845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Метрики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6684" y="2043891"/>
            <a:ext cx="10082048" cy="5065987"/>
          </a:xfrm>
        </p:spPr>
        <p:txBody>
          <a:bodyPr>
            <a:normAutofit/>
          </a:bodyPr>
          <a:lstStyle/>
          <a:p>
            <a:r>
              <a:rPr lang="ru-RU" sz="2400" dirty="0"/>
              <a:t>Индексы </a:t>
            </a:r>
            <a:r>
              <a:rPr lang="ru-RU" sz="2400" dirty="0" smtClean="0"/>
              <a:t>удобочитаемости</a:t>
            </a:r>
          </a:p>
          <a:p>
            <a:r>
              <a:rPr lang="en-US" sz="2400" dirty="0" smtClean="0"/>
              <a:t>SARI</a:t>
            </a:r>
            <a:r>
              <a:rPr lang="ru-RU" sz="2400" dirty="0" smtClean="0"/>
              <a:t> (</a:t>
            </a:r>
            <a:r>
              <a:rPr lang="en-US" sz="2400" dirty="0"/>
              <a:t>S</a:t>
            </a:r>
            <a:r>
              <a:rPr lang="en-US" sz="2400" dirty="0" smtClean="0"/>
              <a:t>ystem </a:t>
            </a:r>
            <a:r>
              <a:rPr lang="en-US" sz="2400" dirty="0"/>
              <a:t>output A</a:t>
            </a:r>
            <a:r>
              <a:rPr lang="en-US" sz="2400" dirty="0" smtClean="0"/>
              <a:t>gainst References </a:t>
            </a:r>
            <a:r>
              <a:rPr lang="en-US" sz="2400" dirty="0"/>
              <a:t>and against the </a:t>
            </a:r>
            <a:r>
              <a:rPr lang="en-US" sz="2400" dirty="0" smtClean="0"/>
              <a:t>Input sentence</a:t>
            </a:r>
            <a:r>
              <a:rPr lang="ru-RU" sz="2400" dirty="0" smtClean="0"/>
              <a:t>)</a:t>
            </a:r>
          </a:p>
          <a:p>
            <a:r>
              <a:rPr lang="en-US" sz="2400" dirty="0"/>
              <a:t>SAMSA </a:t>
            </a:r>
            <a:r>
              <a:rPr lang="en-US" sz="2400" dirty="0" smtClean="0"/>
              <a:t>(Simplification Automatic </a:t>
            </a:r>
            <a:r>
              <a:rPr lang="en-US" sz="2400" dirty="0"/>
              <a:t>evaluation </a:t>
            </a:r>
            <a:r>
              <a:rPr lang="en-US" sz="2400" dirty="0" smtClean="0"/>
              <a:t>Measure </a:t>
            </a:r>
            <a:r>
              <a:rPr lang="en-US" sz="2400" dirty="0"/>
              <a:t>through </a:t>
            </a:r>
            <a:r>
              <a:rPr lang="en-US" sz="2400" dirty="0" smtClean="0"/>
              <a:t>Semantic </a:t>
            </a:r>
            <a:r>
              <a:rPr lang="en-US" sz="2400" dirty="0"/>
              <a:t>A</a:t>
            </a:r>
            <a:r>
              <a:rPr lang="en-US" sz="2400" dirty="0" smtClean="0"/>
              <a:t>nnotation)</a:t>
            </a:r>
            <a:endParaRPr lang="ru-RU" sz="2400" dirty="0"/>
          </a:p>
          <a:p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1932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Критерии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96154"/>
            <a:ext cx="10111007" cy="435133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Понимание задачи: в узком или широком смысле</a:t>
            </a:r>
          </a:p>
          <a:p>
            <a:r>
              <a:rPr lang="ru-RU" sz="2400" dirty="0" smtClean="0"/>
              <a:t>Учет двух составляющих «простоты»:</a:t>
            </a:r>
          </a:p>
          <a:p>
            <a:pPr lvl="1"/>
            <a:r>
              <a:rPr lang="ru-RU" sz="2200" dirty="0" smtClean="0"/>
              <a:t>лексической </a:t>
            </a:r>
          </a:p>
          <a:p>
            <a:pPr lvl="1"/>
            <a:r>
              <a:rPr lang="ru-RU" sz="2200" dirty="0" smtClean="0"/>
              <a:t>структурной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905296" y="21546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41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Классификация</a:t>
            </a:r>
            <a:r>
              <a:rPr lang="ru-RU" b="1" dirty="0" smtClean="0"/>
              <a:t> </a:t>
            </a:r>
            <a:r>
              <a:rPr lang="ru-RU" sz="4800" b="1" dirty="0" smtClean="0"/>
              <a:t>решений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862" y="1825625"/>
            <a:ext cx="81462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3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b="1" dirty="0" smtClean="0"/>
              <a:t>Дополнительные показатели для отбора данных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76763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Лексическая сложность</a:t>
            </a:r>
          </a:p>
          <a:p>
            <a:r>
              <a:rPr lang="ru-RU" sz="2400" dirty="0" smtClean="0"/>
              <a:t>Глубина </a:t>
            </a:r>
            <a:r>
              <a:rPr lang="ru-RU" sz="2400" dirty="0"/>
              <a:t>дерева зависимостей </a:t>
            </a:r>
            <a:endParaRPr lang="ru-RU" sz="2400" dirty="0" smtClean="0"/>
          </a:p>
          <a:p>
            <a:r>
              <a:rPr lang="ru-RU" sz="2400" dirty="0" smtClean="0"/>
              <a:t>Длина предложений</a:t>
            </a:r>
          </a:p>
          <a:p>
            <a:r>
              <a:rPr lang="ru-RU" sz="2400" dirty="0" smtClean="0"/>
              <a:t>Легкость </a:t>
            </a:r>
            <a:r>
              <a:rPr lang="ru-RU" sz="2400" dirty="0"/>
              <a:t>чтения </a:t>
            </a:r>
            <a:endParaRPr lang="ru-RU" sz="2400" dirty="0" smtClean="0"/>
          </a:p>
          <a:p>
            <a:r>
              <a:rPr lang="ru-RU" sz="2400" dirty="0" smtClean="0"/>
              <a:t>Косинусное сходство </a:t>
            </a:r>
          </a:p>
          <a:p>
            <a:r>
              <a:rPr lang="ru-RU" sz="2400" dirty="0"/>
              <a:t>С</a:t>
            </a:r>
            <a:r>
              <a:rPr lang="ru-RU" sz="2400" dirty="0" smtClean="0"/>
              <a:t>охранения </a:t>
            </a:r>
            <a:r>
              <a:rPr lang="ru-RU" sz="2400" dirty="0"/>
              <a:t>именованных </a:t>
            </a:r>
            <a:r>
              <a:rPr lang="ru-RU" sz="2400" dirty="0" smtClean="0"/>
              <a:t>сущностей</a:t>
            </a:r>
          </a:p>
          <a:p>
            <a:r>
              <a:rPr lang="ru-RU" sz="2400" dirty="0" smtClean="0"/>
              <a:t>ROUGE-L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7024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Выводы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97482"/>
            <a:ext cx="10515600" cy="4782207"/>
          </a:xfrm>
        </p:spPr>
        <p:txBody>
          <a:bodyPr>
            <a:noAutofit/>
          </a:bodyPr>
          <a:lstStyle/>
          <a:p>
            <a:r>
              <a:rPr lang="ru-RU" sz="2400" dirty="0" smtClean="0"/>
              <a:t>Проведен </a:t>
            </a:r>
            <a:r>
              <a:rPr lang="ru-RU" sz="2400" dirty="0"/>
              <a:t>анализ предметной </a:t>
            </a:r>
            <a:r>
              <a:rPr lang="ru-RU" sz="2400" dirty="0" smtClean="0"/>
              <a:t>области.</a:t>
            </a:r>
            <a:endParaRPr lang="ru-RU" sz="2400" dirty="0"/>
          </a:p>
          <a:p>
            <a:r>
              <a:rPr lang="ru-RU" sz="2400" dirty="0" smtClean="0"/>
              <a:t>Рассмотрены </a:t>
            </a:r>
            <a:r>
              <a:rPr lang="ru-RU" sz="2400" dirty="0"/>
              <a:t>существующие метрики оценки качества </a:t>
            </a:r>
            <a:r>
              <a:rPr lang="ru-RU" sz="2400" dirty="0" smtClean="0"/>
              <a:t>упрощения.</a:t>
            </a:r>
          </a:p>
          <a:p>
            <a:r>
              <a:rPr lang="ru-RU" sz="2400" dirty="0"/>
              <a:t>Сформулированы критерии выбора </a:t>
            </a:r>
            <a:r>
              <a:rPr lang="ru-RU" sz="2400" dirty="0" smtClean="0"/>
              <a:t>решения </a:t>
            </a:r>
            <a:r>
              <a:rPr lang="ru-RU" sz="2400" dirty="0"/>
              <a:t>задачи упрощения </a:t>
            </a:r>
            <a:r>
              <a:rPr lang="ru-RU" sz="2400" dirty="0" smtClean="0"/>
              <a:t>текстов.</a:t>
            </a:r>
            <a:endParaRPr lang="ru-RU" sz="2400" dirty="0"/>
          </a:p>
          <a:p>
            <a:r>
              <a:rPr lang="ru-RU" sz="2400" dirty="0" smtClean="0"/>
              <a:t>Проведены </a:t>
            </a:r>
            <a:r>
              <a:rPr lang="ru-RU" sz="2400" dirty="0"/>
              <a:t>анализ </a:t>
            </a:r>
            <a:r>
              <a:rPr lang="ru-RU" sz="2400" dirty="0" smtClean="0"/>
              <a:t>и классификация </a:t>
            </a:r>
            <a:r>
              <a:rPr lang="ru-RU" sz="2400" smtClean="0"/>
              <a:t>существующих </a:t>
            </a:r>
            <a:r>
              <a:rPr lang="ru-RU" sz="2400" smtClean="0"/>
              <a:t>решений.</a:t>
            </a:r>
            <a:endParaRPr lang="ru-RU" sz="2400" dirty="0"/>
          </a:p>
          <a:p>
            <a:r>
              <a:rPr lang="ru-RU" sz="2400" dirty="0" smtClean="0"/>
              <a:t>Выбран наиболее подходящий метод.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4693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188</Words>
  <Application>Microsoft Office PowerPoint</Application>
  <PresentationFormat>Широкоэкранный</PresentationFormat>
  <Paragraphs>42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Упрощение текстов</vt:lpstr>
      <vt:lpstr>Цели и задачи</vt:lpstr>
      <vt:lpstr>Термины предметной области</vt:lpstr>
      <vt:lpstr>Метрики</vt:lpstr>
      <vt:lpstr>Критерии</vt:lpstr>
      <vt:lpstr>Классификация решений</vt:lpstr>
      <vt:lpstr>Дополнительные показатели для отбора данных</vt:lpstr>
      <vt:lpstr>Выводы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Трехмерная визуализация вращения флюгера </dc:title>
  <dc:creator>Учетная запись Майкрософт</dc:creator>
  <cp:lastModifiedBy>Учетная запись Майкрософт</cp:lastModifiedBy>
  <cp:revision>27</cp:revision>
  <dcterms:created xsi:type="dcterms:W3CDTF">2021-12-04T21:28:34Z</dcterms:created>
  <dcterms:modified xsi:type="dcterms:W3CDTF">2022-01-17T12:55:22Z</dcterms:modified>
</cp:coreProperties>
</file>